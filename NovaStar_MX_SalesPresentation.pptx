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2628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FF"/>
                </a:solidFill>
              </a:rPr>
              <a:t>SAOA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NovaStar MX (COEX)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DEE"/>
                </a:solidFill>
              </a:rPr>
              <a:t>SIMPL+ Control Module for Crestron 4-Series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Seamless TCP/IP control of NovaStar LED processors
— right inside your Crestron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Release 2.20.1  •  saoa.se  •  info@saoa.se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FF"/>
                </a:solidFill>
              </a:rPr>
              <a:t>THE
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64008" cy="8229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91440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LED Walls are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26187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NovaStar processors require a proprietary TCP/IP API on port 8001 — not standard AV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331720"/>
            <a:ext cx="64008" cy="8229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33172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Integration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79191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Most AV control systems lack native NovaStar support, forcing custom workarounds.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749039"/>
            <a:ext cx="64008" cy="8229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749039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Operator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096511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Without proper control, technicians must use separate software to manage presets, brightness and display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NovaStar MX SIMPL+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EE"/>
                </a:solidFill>
              </a:rPr>
              <a:t>A ready-to-use SIMPL+ module that bridges Crestron 4-Series processors
directly to NovaStar MX30 LED controllers over TCP/IP.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2606040" cy="347472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6060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FF"/>
                </a:solidFill>
              </a:rPr>
              <a:t>One-click
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29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Drop the module into any
SIMPL Windows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468880"/>
            <a:ext cx="2606040" cy="347472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468880"/>
            <a:ext cx="26060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FF"/>
                </a:solidFill>
              </a:rPr>
              <a:t>Full API
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3429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Presets, brightness,
display mode &amp; feedback.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468880"/>
            <a:ext cx="2606040" cy="347472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468880"/>
            <a:ext cx="26060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FF"/>
                </a:solidFill>
              </a:rPr>
              <a:t>Real-time
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429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Live status back into
your Crestron UI.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468880"/>
            <a:ext cx="2606040" cy="347472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2468880"/>
            <a:ext cx="26060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2606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8FF"/>
                </a:solidFill>
              </a:rPr>
              <a:t>Zero Custom
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429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No C# or raw TCP scripting
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Preset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Instantly recall up to 10 named presets stored on the NovaStar controller via a single analog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54864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Brightness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163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Smooth 0–100 analog brightness control with live feedback to the touch panel.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23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Picture Mute/UnMute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708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One-touch mute of the LED wall — ideal for presentations and AV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960120"/>
            <a:ext cx="54864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9144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Display Mode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2618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Request and display the current operating mode as a readable string feedback.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54864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468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TCP Auto-Reconnect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8163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Built-in heartbeat and recovery ensures the connection stays alive unattended.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069080"/>
            <a:ext cx="54864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0233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Preset Name 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3708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Fetches and exposes all preset names (1–10) as string signals for dynamic UI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SIGNAL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FF"/>
                </a:solidFill>
              </a:rPr>
              <a:t>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77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FF"/>
                </a:solidFill>
              </a:rPr>
              <a:t>Outputs /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ACC"/>
                </a:solidFill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ACC"/>
                </a:solidFill>
              </a:rPr>
              <a:t>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ACC"/>
                </a:solidFill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ACC"/>
                </a:solidFill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ACC"/>
                </a:solidFill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AACC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4864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4864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08760"/>
            <a:ext cx="5486400" cy="347472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Controller_IP$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554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IP address of NovaStar 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65376"/>
            <a:ext cx="5486400" cy="3474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91109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Controller_Port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191109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Analog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91109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TCP port (default 8001)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21992"/>
            <a:ext cx="5486400" cy="347472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Get_Display_Mode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267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Request current display 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78608"/>
            <a:ext cx="5486400" cy="3474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624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Picture_Mute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624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624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Mute LED wall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35224"/>
            <a:ext cx="5486400" cy="347472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980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Picture_UnMute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29809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Unmute LED wall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91840"/>
            <a:ext cx="5486400" cy="3474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337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Get_Presets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337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Digital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3337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Fetch preset names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48456"/>
            <a:ext cx="5486400" cy="347472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94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Set_Brightness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6941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Analog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6941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Brightness 0–100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05072"/>
            <a:ext cx="5486400" cy="3474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050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Set_Preset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0507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Analog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050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Recall preset 1–10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508760"/>
            <a:ext cx="5486400" cy="347472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15544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DisplayMode_FB$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1554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String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Current display mode text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1865376"/>
            <a:ext cx="5486400" cy="3474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91109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Brightness_FB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191109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Analog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191109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brightness value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221992"/>
            <a:ext cx="5486400" cy="347472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PresetActive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Analog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2267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Currently active preset number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578608"/>
            <a:ext cx="5486400" cy="3474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2624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PresetName$[1-10]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2624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String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2624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Preset names from controller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148840" cy="41148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1488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Crestron Processor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4-Series (CP4, MC4 or equivalent)
Not designed for 3-Series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7208" y="1005840"/>
            <a:ext cx="2148840" cy="41148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7208" y="1005840"/>
            <a:ext cx="21488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1430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7373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Crestron firmware v2.0 or newer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7216" y="1005840"/>
            <a:ext cx="2148840" cy="41148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57216" y="1005840"/>
            <a:ext cx="21488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6" y="11430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SIMPL Windows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17373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Version 4.17.00 or later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7223" y="1005840"/>
            <a:ext cx="2148840" cy="41148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07223" y="1005840"/>
            <a:ext cx="21488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3" y="11430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17373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TCP port 8001 open between the
Crestron processor and NovaStar unit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7232" y="1005840"/>
            <a:ext cx="2148840" cy="41148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57232" y="1005840"/>
            <a:ext cx="2148840" cy="6400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114300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FF"/>
                </a:solidFill>
              </a:rPr>
              <a:t>NovaStar 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4392" y="17373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MX30 controller (COEX platform)
Firmware compatible with COEX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This module is a drop-in SIMPL+ component — no additional middleware, servers or drivers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FF"/>
                </a:solidFill>
              </a:rPr>
              <a:t>WHY
SAOA
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EE"/>
                </a:solidFill>
              </a:rPr>
              <a:t>Your AV integration
specialist.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822960"/>
            <a:ext cx="64008" cy="777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8229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Crestron 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7043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Deep expertise in SIMPL, SIMPL# and 4-Series architecture.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240280"/>
            <a:ext cx="64008" cy="777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NovaStar Specialists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877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Direct experience with COEX API integration across live events and permanent installs.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657600"/>
            <a:ext cx="64008" cy="777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6576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Full Lifecycle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00507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From design and programming to commissioning and on-site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5074920"/>
            <a:ext cx="64008" cy="77724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50749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Custom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42239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Need a tailored module or full system design? We deliver.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</a:rPr>
              <a:t>PROVEN TRACK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280160" cy="914400"/>
          </a:xfrm>
          <a:prstGeom prst="rect">
            <a:avLst/>
          </a:prstGeom>
          <a:solidFill>
            <a:srgbClr val="0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7360" y="1005840"/>
            <a:ext cx="9966960" cy="9144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3385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Nov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188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Initial public release of the NovaStar MX COEX module.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1280160" cy="914400"/>
          </a:xfrm>
          <a:prstGeom prst="rect">
            <a:avLst/>
          </a:prstGeom>
          <a:solidFill>
            <a:srgbClr val="0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2148840"/>
            <a:ext cx="9966960" cy="9144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3385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v2.20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Jan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31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Major stability update: improved MX30 state handling, heartbeat monitoring and connection recovery.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280160" cy="914400"/>
          </a:xfrm>
          <a:prstGeom prst="rect">
            <a:avLst/>
          </a:prstGeom>
          <a:solidFill>
            <a:srgbClr val="00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3291840"/>
            <a:ext cx="9966960" cy="91440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3385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v2.20.1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Apr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74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Packaging cleanup: removed unused dependencies, reduced compiled .clz size from 3.8 MB to 1.4 MB.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ACC"/>
                </a:solidFill>
              </a:rPr>
              <a:t>Actively maintained with a clear versioning policy and backward-compatible upgrades.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06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12188952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READY TO INTEGRATE?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EE"/>
                </a:solidFill>
              </a:rPr>
              <a:t>Get the NovaStar MX SIMPL+ module working in your project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8FF"/>
                </a:solidFill>
              </a:rPr>
              <a:t>Contact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SAOA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EE"/>
                </a:solidFill>
              </a:rPr>
              <a:t>info@saoa.se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8FF"/>
                </a:solidFill>
              </a:rPr>
              <a:t>https://saoa.se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CC"/>
                </a:solidFill>
              </a:rPr>
              <a:t>Release 2.20.1  •  Crestron 4-Series  •  TCP/IP  •  NovaStar COEX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